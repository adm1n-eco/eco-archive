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93" d="100"/>
          <a:sy n="93" d="100"/>
        </p:scale>
        <p:origin x="66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E9D4-033E-3318-30F4-3D512A2BB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0903C-9C20-1B41-C97C-DEF4CA4D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E23DB-EBFE-E41A-12FE-D77C3FBD7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FBA7C-D53E-6129-4C9B-91413FC12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3F149-32B3-44EF-9160-F2E49E5C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8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410B4-F4A6-D854-FFF1-DEEC0F75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48B7-DAA1-6475-2173-168A7828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4C2D3-0D3A-883B-11F1-3D0E8893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D4919-0178-7206-7F48-C4B57129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4631E-42AC-800F-B1EB-217737FD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47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2F4A9-DA37-E78C-73E2-29B82948E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7F25F-7243-80DA-5E5A-AFAE8BB37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BACC5-A893-6C6C-31CB-477C3D38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7B7BC-B310-AD8F-7555-B0DEE1D3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2438C-04CC-6F5C-4E07-C3D02FCCD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3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9ACB-FF61-DBAD-BBE6-7DA0D092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C0BD-9B1B-CCB1-D191-5795A0F6D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682F3-2353-089C-E516-4501A1FE7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9DDF7-ABA6-303E-832A-5C57EDEC7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9E181-F2E8-4A01-5757-F5E1C3139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CA4A2-4F70-D8D9-3C65-2F958B31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3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1E04-169B-6CCF-3F1D-945342151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15C42-ACA5-6CEE-82A5-40E2BE142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ED5EA-2A73-8F72-DCED-6AD7E447D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B144B-421E-2E4A-2A9A-CB1D6E0D7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28CAF-3C01-A652-F1D3-6475CFE3E2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AC341E-C370-4E08-2097-E41085A3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51285-881E-6820-3B0F-409417EB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F6E51-184D-CE6B-EABC-244F9925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1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D179-EF4F-ECC2-A5B7-B40227EB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E5E3D-8457-56C7-56EC-98738496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8C8A2-965B-E200-6BE0-FB67C071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0D232-3B19-054D-56D5-33959A78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7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C15684-6C6A-B5D9-553A-B88AA1301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C8D49-C779-8D25-F611-336F482C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27AB6-B7CD-D19F-E067-1E0E040E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D1DC-A61D-4ABA-1EFD-63D6F559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0672-020C-9EFD-5788-554B6C9B0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84084-0205-9FC6-DB25-E111BC75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4240D-365C-228A-8DE1-C2D4A4D5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FD9B8-8A09-968B-EE56-68593B46D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15A6E-2BF2-1E9F-A22E-B6ADAE4B2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B8D8-14DF-5E48-A4FB-2B1885216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FF5019-3A34-FFED-EF74-7C4DE401E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5A6D5-A823-81DB-800C-54F77481B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7D003-7F13-42CF-BBCB-E2453E67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A38AC-1196-8D96-57B3-A6DD760D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F3140-EAB9-F487-FD7A-C16183AA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6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EA7F-551C-7EBB-E61D-3056C574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468B6-E533-A3CC-A1D7-917FBF5221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2227D-15F7-E77E-B252-7FDD59A5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CE975-C23A-0CC7-68FD-0260CA13A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C81A3-2869-E09B-2EC2-7CDE5CB8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1A2FE-3955-1AF9-6CEE-4D517F090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67316-4C2D-64EB-3D98-358C741BA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59A9-A776-031A-4800-79F3AC2A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9AAAB-B526-2328-FAAF-948D910C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3E817-627F-A8A4-4829-9297B5AC8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3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6067C-FD6C-1096-B9BB-CF68DB556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AAB5E-8291-0FBE-C028-E9C1B8676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3971D-6E59-6DB6-B0CA-EDE73B7B8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D74AA-122A-4624-883B-9731FB94EF8D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68875-F169-0807-16AB-FA283825A4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DD417-3567-7880-84CE-3A19C65FA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25470-B786-4395-AFAD-FB10393ED3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7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C5E8-9B66-150D-8E48-75803483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865B1305-4393-D675-A144-589FC6C13E6B}"/>
              </a:ext>
            </a:extLst>
          </p:cNvPr>
          <p:cNvSpPr/>
          <p:nvPr/>
        </p:nvSpPr>
        <p:spPr>
          <a:xfrm>
            <a:off x="8804783" y="5794132"/>
            <a:ext cx="673865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KBB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BBFFE7F-3926-38BE-3262-F4AB8795FF0A}"/>
              </a:ext>
            </a:extLst>
          </p:cNvPr>
          <p:cNvSpPr/>
          <p:nvPr/>
        </p:nvSpPr>
        <p:spPr>
          <a:xfrm>
            <a:off x="8229050" y="5880565"/>
            <a:ext cx="673865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BLB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712D36-AEAE-D4AD-7172-7B47FEF28EB8}"/>
              </a:ext>
            </a:extLst>
          </p:cNvPr>
          <p:cNvGrpSpPr/>
          <p:nvPr/>
        </p:nvGrpSpPr>
        <p:grpSpPr>
          <a:xfrm rot="19390887">
            <a:off x="5998230" y="5966998"/>
            <a:ext cx="1130153" cy="457202"/>
            <a:chOff x="4147226" y="6150332"/>
            <a:chExt cx="1130153" cy="457202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846CFCE-0110-D560-A831-092C33DB1320}"/>
                </a:ext>
              </a:extLst>
            </p:cNvPr>
            <p:cNvSpPr/>
            <p:nvPr/>
          </p:nvSpPr>
          <p:spPr>
            <a:xfrm>
              <a:off x="4701646" y="6150333"/>
              <a:ext cx="575733" cy="4572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8032D7D-944C-5CFC-12A2-F35334366045}"/>
                </a:ext>
              </a:extLst>
            </p:cNvPr>
            <p:cNvSpPr/>
            <p:nvPr/>
          </p:nvSpPr>
          <p:spPr>
            <a:xfrm>
              <a:off x="4147226" y="6150332"/>
              <a:ext cx="575733" cy="45720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KKD</a:t>
              </a:r>
            </a:p>
          </p:txBody>
        </p:sp>
      </p:grpSp>
      <p:sp>
        <p:nvSpPr>
          <p:cNvPr id="13" name="Oval 12">
            <a:extLst>
              <a:ext uri="{FF2B5EF4-FFF2-40B4-BE49-F238E27FC236}">
                <a16:creationId xmlns:a16="http://schemas.microsoft.com/office/drawing/2014/main" id="{42B853AF-C18F-CD37-9545-CFB67717721A}"/>
              </a:ext>
            </a:extLst>
          </p:cNvPr>
          <p:cNvSpPr/>
          <p:nvPr/>
        </p:nvSpPr>
        <p:spPr>
          <a:xfrm>
            <a:off x="5193279" y="4282365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2F29184-F72D-F078-CE49-B47CC84997A2}"/>
              </a:ext>
            </a:extLst>
          </p:cNvPr>
          <p:cNvSpPr/>
          <p:nvPr/>
        </p:nvSpPr>
        <p:spPr>
          <a:xfrm>
            <a:off x="4617546" y="436879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A39E54-CF8E-1D77-8DCB-E8EB22489E5E}"/>
              </a:ext>
            </a:extLst>
          </p:cNvPr>
          <p:cNvSpPr/>
          <p:nvPr/>
        </p:nvSpPr>
        <p:spPr>
          <a:xfrm>
            <a:off x="6505615" y="4351861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DE95A5-060D-BFCF-8EDB-5CF334AE3ADB}"/>
              </a:ext>
            </a:extLst>
          </p:cNvPr>
          <p:cNvSpPr/>
          <p:nvPr/>
        </p:nvSpPr>
        <p:spPr>
          <a:xfrm>
            <a:off x="5984766" y="436879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5FBC02-EB28-F4A3-0F06-33DA4D9675EC}"/>
              </a:ext>
            </a:extLst>
          </p:cNvPr>
          <p:cNvSpPr/>
          <p:nvPr/>
        </p:nvSpPr>
        <p:spPr>
          <a:xfrm>
            <a:off x="3872480" y="436879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056FEDF-7FEB-A72C-1899-B8F7D20ABEAD}"/>
              </a:ext>
            </a:extLst>
          </p:cNvPr>
          <p:cNvSpPr/>
          <p:nvPr/>
        </p:nvSpPr>
        <p:spPr>
          <a:xfrm>
            <a:off x="3296747" y="4455231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BBB546-6D76-8A07-A668-C8A012372BEB}"/>
              </a:ext>
            </a:extLst>
          </p:cNvPr>
          <p:cNvSpPr/>
          <p:nvPr/>
        </p:nvSpPr>
        <p:spPr>
          <a:xfrm>
            <a:off x="3142380" y="2350630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536D96-C5ED-E067-6498-06E94D3B3750}"/>
              </a:ext>
            </a:extLst>
          </p:cNvPr>
          <p:cNvSpPr/>
          <p:nvPr/>
        </p:nvSpPr>
        <p:spPr>
          <a:xfrm>
            <a:off x="4831598" y="2336131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638077-12AB-C8A6-56F3-8C7D08FF4DDF}"/>
              </a:ext>
            </a:extLst>
          </p:cNvPr>
          <p:cNvSpPr/>
          <p:nvPr/>
        </p:nvSpPr>
        <p:spPr>
          <a:xfrm>
            <a:off x="4277178" y="2336130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5E3E1DD-D460-3011-CFC0-3F632FC91206}"/>
              </a:ext>
            </a:extLst>
          </p:cNvPr>
          <p:cNvSpPr/>
          <p:nvPr/>
        </p:nvSpPr>
        <p:spPr>
          <a:xfrm>
            <a:off x="2466693" y="2350630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46D4BD0-3DE7-25DA-F0AE-F3B30A025C03}"/>
              </a:ext>
            </a:extLst>
          </p:cNvPr>
          <p:cNvCxnSpPr>
            <a:cxnSpLocks/>
            <a:stCxn id="18" idx="7"/>
            <a:endCxn id="24" idx="5"/>
          </p:cNvCxnSpPr>
          <p:nvPr/>
        </p:nvCxnSpPr>
        <p:spPr>
          <a:xfrm flipH="1" flipV="1">
            <a:off x="2958112" y="2740875"/>
            <a:ext cx="830054" cy="1781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B7635FB-C401-3CD3-60AA-1DB60FA39EC4}"/>
              </a:ext>
            </a:extLst>
          </p:cNvPr>
          <p:cNvCxnSpPr>
            <a:cxnSpLocks/>
            <a:stCxn id="18" idx="6"/>
            <a:endCxn id="20" idx="4"/>
          </p:cNvCxnSpPr>
          <p:nvPr/>
        </p:nvCxnSpPr>
        <p:spPr>
          <a:xfrm flipH="1" flipV="1">
            <a:off x="3430247" y="2807831"/>
            <a:ext cx="442233" cy="1876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5278A9-0CA8-00DF-38B7-1ABD1A6978E1}"/>
              </a:ext>
            </a:extLst>
          </p:cNvPr>
          <p:cNvCxnSpPr>
            <a:cxnSpLocks/>
            <a:stCxn id="12" idx="6"/>
            <a:endCxn id="18" idx="5"/>
          </p:cNvCxnSpPr>
          <p:nvPr/>
        </p:nvCxnSpPr>
        <p:spPr>
          <a:xfrm flipH="1" flipV="1">
            <a:off x="3788166" y="4845476"/>
            <a:ext cx="2783672" cy="13437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1A37985-CCA3-E82F-67A3-D8827FE01DDC}"/>
              </a:ext>
            </a:extLst>
          </p:cNvPr>
          <p:cNvCxnSpPr>
            <a:cxnSpLocks/>
            <a:stCxn id="12" idx="7"/>
            <a:endCxn id="14" idx="5"/>
          </p:cNvCxnSpPr>
          <p:nvPr/>
        </p:nvCxnSpPr>
        <p:spPr>
          <a:xfrm flipH="1" flipV="1">
            <a:off x="5108965" y="4759043"/>
            <a:ext cx="1298505" cy="13512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DCDAB29-8884-2C15-935F-B2565055AF98}"/>
              </a:ext>
            </a:extLst>
          </p:cNvPr>
          <p:cNvCxnSpPr>
            <a:cxnSpLocks/>
            <a:stCxn id="12" idx="6"/>
            <a:endCxn id="16" idx="4"/>
          </p:cNvCxnSpPr>
          <p:nvPr/>
        </p:nvCxnSpPr>
        <p:spPr>
          <a:xfrm flipH="1" flipV="1">
            <a:off x="6272633" y="4825999"/>
            <a:ext cx="299205" cy="13632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7785D00-EEF6-A092-5A1C-E40FEC66DEB7}"/>
              </a:ext>
            </a:extLst>
          </p:cNvPr>
          <p:cNvCxnSpPr>
            <a:cxnSpLocks/>
            <a:stCxn id="13" idx="2"/>
            <a:endCxn id="22" idx="4"/>
          </p:cNvCxnSpPr>
          <p:nvPr/>
        </p:nvCxnSpPr>
        <p:spPr>
          <a:xfrm flipH="1" flipV="1">
            <a:off x="4565045" y="2793331"/>
            <a:ext cx="628234" cy="17176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12EA38C5-1E59-044A-10B5-47E4BBFD7EFD}"/>
              </a:ext>
            </a:extLst>
          </p:cNvPr>
          <p:cNvSpPr/>
          <p:nvPr/>
        </p:nvSpPr>
        <p:spPr>
          <a:xfrm>
            <a:off x="9359203" y="2401595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68450B6-AE6D-29F7-E420-3E5317D663C3}"/>
              </a:ext>
            </a:extLst>
          </p:cNvPr>
          <p:cNvSpPr/>
          <p:nvPr/>
        </p:nvSpPr>
        <p:spPr>
          <a:xfrm>
            <a:off x="8804783" y="2401594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6560469-3366-F270-7380-6C29FB19640F}"/>
              </a:ext>
            </a:extLst>
          </p:cNvPr>
          <p:cNvSpPr/>
          <p:nvPr/>
        </p:nvSpPr>
        <p:spPr>
          <a:xfrm>
            <a:off x="7183594" y="2332046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D09D6EE-5C0F-44CE-5FD1-E991DBC340A5}"/>
              </a:ext>
            </a:extLst>
          </p:cNvPr>
          <p:cNvSpPr/>
          <p:nvPr/>
        </p:nvSpPr>
        <p:spPr>
          <a:xfrm>
            <a:off x="7797573" y="2332046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F5E53405-C6DD-89DF-2995-4BED09D309DE}"/>
              </a:ext>
            </a:extLst>
          </p:cNvPr>
          <p:cNvSpPr/>
          <p:nvPr/>
        </p:nvSpPr>
        <p:spPr>
          <a:xfrm>
            <a:off x="5717205" y="2350631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DE5D03A-5294-7647-016D-7AD0C996EED1}"/>
              </a:ext>
            </a:extLst>
          </p:cNvPr>
          <p:cNvSpPr/>
          <p:nvPr/>
        </p:nvSpPr>
        <p:spPr>
          <a:xfrm>
            <a:off x="6227609" y="241774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PB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D017FC2-95F9-4D06-5C3A-128D32FF02DE}"/>
              </a:ext>
            </a:extLst>
          </p:cNvPr>
          <p:cNvCxnSpPr>
            <a:cxnSpLocks/>
            <a:stCxn id="16" idx="7"/>
            <a:endCxn id="49" idx="4"/>
          </p:cNvCxnSpPr>
          <p:nvPr/>
        </p:nvCxnSpPr>
        <p:spPr>
          <a:xfrm flipV="1">
            <a:off x="6476185" y="2858795"/>
            <a:ext cx="2616465" cy="15769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14037C0-31AD-9678-72F9-515A9465DA0F}"/>
              </a:ext>
            </a:extLst>
          </p:cNvPr>
          <p:cNvCxnSpPr>
            <a:cxnSpLocks/>
            <a:stCxn id="16" idx="7"/>
            <a:endCxn id="51" idx="4"/>
          </p:cNvCxnSpPr>
          <p:nvPr/>
        </p:nvCxnSpPr>
        <p:spPr>
          <a:xfrm flipV="1">
            <a:off x="6476185" y="2789247"/>
            <a:ext cx="1609255" cy="16465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15CA2AD-1A5A-4346-5861-5863A2D3037E}"/>
              </a:ext>
            </a:extLst>
          </p:cNvPr>
          <p:cNvCxnSpPr>
            <a:cxnSpLocks/>
            <a:stCxn id="16" idx="7"/>
            <a:endCxn id="53" idx="4"/>
          </p:cNvCxnSpPr>
          <p:nvPr/>
        </p:nvCxnSpPr>
        <p:spPr>
          <a:xfrm flipV="1">
            <a:off x="6476185" y="2874949"/>
            <a:ext cx="39291" cy="15608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Oval 1024">
            <a:extLst>
              <a:ext uri="{FF2B5EF4-FFF2-40B4-BE49-F238E27FC236}">
                <a16:creationId xmlns:a16="http://schemas.microsoft.com/office/drawing/2014/main" id="{1F3D26A6-928D-BB2E-B5E8-FA7BA850537A}"/>
              </a:ext>
            </a:extLst>
          </p:cNvPr>
          <p:cNvSpPr/>
          <p:nvPr/>
        </p:nvSpPr>
        <p:spPr>
          <a:xfrm>
            <a:off x="2956536" y="111936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8F9257B3-5B1C-28D3-F32B-EBF57BE625EA}"/>
              </a:ext>
            </a:extLst>
          </p:cNvPr>
          <p:cNvSpPr/>
          <p:nvPr/>
        </p:nvSpPr>
        <p:spPr>
          <a:xfrm>
            <a:off x="3661658" y="105240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</a:p>
        </p:txBody>
      </p:sp>
      <p:sp>
        <p:nvSpPr>
          <p:cNvPr id="1031" name="Oval 1030">
            <a:extLst>
              <a:ext uri="{FF2B5EF4-FFF2-40B4-BE49-F238E27FC236}">
                <a16:creationId xmlns:a16="http://schemas.microsoft.com/office/drawing/2014/main" id="{A4D44692-5930-6719-1C92-365D8CB83802}"/>
              </a:ext>
            </a:extLst>
          </p:cNvPr>
          <p:cNvSpPr/>
          <p:nvPr/>
        </p:nvSpPr>
        <p:spPr>
          <a:xfrm>
            <a:off x="4351513" y="1071114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CACF6372-EDFB-FD3F-48E4-889A1A039350}"/>
              </a:ext>
            </a:extLst>
          </p:cNvPr>
          <p:cNvSpPr/>
          <p:nvPr/>
        </p:nvSpPr>
        <p:spPr>
          <a:xfrm>
            <a:off x="5139421" y="1149362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</a:t>
            </a:r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442AAD7B-4EDD-621E-4FE5-3949F3903323}"/>
              </a:ext>
            </a:extLst>
          </p:cNvPr>
          <p:cNvSpPr/>
          <p:nvPr/>
        </p:nvSpPr>
        <p:spPr>
          <a:xfrm>
            <a:off x="8508178" y="1018935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A2A2CC87-D375-CA85-3488-0D7E0D2D8659}"/>
              </a:ext>
            </a:extLst>
          </p:cNvPr>
          <p:cNvSpPr/>
          <p:nvPr/>
        </p:nvSpPr>
        <p:spPr>
          <a:xfrm>
            <a:off x="6431589" y="1035156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E83B4348-CBB3-7777-C947-759DD796691F}"/>
              </a:ext>
            </a:extLst>
          </p:cNvPr>
          <p:cNvSpPr/>
          <p:nvPr/>
        </p:nvSpPr>
        <p:spPr>
          <a:xfrm>
            <a:off x="7149304" y="1051757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88CF7E45-A13F-4063-1E0B-356AC4FD3C2B}"/>
              </a:ext>
            </a:extLst>
          </p:cNvPr>
          <p:cNvCxnSpPr>
            <a:cxnSpLocks/>
            <a:stCxn id="53" idx="1"/>
            <a:endCxn id="1039" idx="5"/>
          </p:cNvCxnSpPr>
          <p:nvPr/>
        </p:nvCxnSpPr>
        <p:spPr>
          <a:xfrm flipV="1">
            <a:off x="6311923" y="1442002"/>
            <a:ext cx="1328800" cy="10427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>
            <a:extLst>
              <a:ext uri="{FF2B5EF4-FFF2-40B4-BE49-F238E27FC236}">
                <a16:creationId xmlns:a16="http://schemas.microsoft.com/office/drawing/2014/main" id="{935FBDA1-DA9F-5C42-727F-3D39DB363072}"/>
              </a:ext>
            </a:extLst>
          </p:cNvPr>
          <p:cNvCxnSpPr>
            <a:cxnSpLocks/>
            <a:stCxn id="53" idx="1"/>
            <a:endCxn id="1037" idx="4"/>
          </p:cNvCxnSpPr>
          <p:nvPr/>
        </p:nvCxnSpPr>
        <p:spPr>
          <a:xfrm flipV="1">
            <a:off x="6311923" y="1492357"/>
            <a:ext cx="407533" cy="992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B2D9346E-3079-0520-8C7C-B8F3ED40D0D4}"/>
              </a:ext>
            </a:extLst>
          </p:cNvPr>
          <p:cNvCxnSpPr>
            <a:cxnSpLocks/>
            <a:stCxn id="51" idx="2"/>
            <a:endCxn id="1035" idx="3"/>
          </p:cNvCxnSpPr>
          <p:nvPr/>
        </p:nvCxnSpPr>
        <p:spPr>
          <a:xfrm flipV="1">
            <a:off x="7797573" y="1409180"/>
            <a:ext cx="794919" cy="11514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Connector 1049">
            <a:extLst>
              <a:ext uri="{FF2B5EF4-FFF2-40B4-BE49-F238E27FC236}">
                <a16:creationId xmlns:a16="http://schemas.microsoft.com/office/drawing/2014/main" id="{4D95D95F-2EA9-0588-F4E6-396FF29B6D27}"/>
              </a:ext>
            </a:extLst>
          </p:cNvPr>
          <p:cNvCxnSpPr>
            <a:cxnSpLocks/>
            <a:stCxn id="48" idx="2"/>
            <a:endCxn id="1035" idx="4"/>
          </p:cNvCxnSpPr>
          <p:nvPr/>
        </p:nvCxnSpPr>
        <p:spPr>
          <a:xfrm flipH="1" flipV="1">
            <a:off x="8796045" y="1476136"/>
            <a:ext cx="563158" cy="1154060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A78B6C91-D302-FD95-1B45-6FC3F162F01A}"/>
              </a:ext>
            </a:extLst>
          </p:cNvPr>
          <p:cNvCxnSpPr>
            <a:cxnSpLocks/>
            <a:stCxn id="22" idx="7"/>
            <a:endCxn id="1025" idx="5"/>
          </p:cNvCxnSpPr>
          <p:nvPr/>
        </p:nvCxnSpPr>
        <p:spPr>
          <a:xfrm flipH="1" flipV="1">
            <a:off x="3447955" y="1509613"/>
            <a:ext cx="1320642" cy="893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55">
            <a:extLst>
              <a:ext uri="{FF2B5EF4-FFF2-40B4-BE49-F238E27FC236}">
                <a16:creationId xmlns:a16="http://schemas.microsoft.com/office/drawing/2014/main" id="{4F404CA4-951B-86D1-8C59-7A7346AAF80E}"/>
              </a:ext>
            </a:extLst>
          </p:cNvPr>
          <p:cNvCxnSpPr>
            <a:cxnSpLocks/>
            <a:stCxn id="22" idx="7"/>
            <a:endCxn id="1027" idx="4"/>
          </p:cNvCxnSpPr>
          <p:nvPr/>
        </p:nvCxnSpPr>
        <p:spPr>
          <a:xfrm flipH="1" flipV="1">
            <a:off x="3949525" y="1509609"/>
            <a:ext cx="819072" cy="8934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A09027A9-6520-7ABD-C3AE-629A7023D547}"/>
              </a:ext>
            </a:extLst>
          </p:cNvPr>
          <p:cNvCxnSpPr>
            <a:cxnSpLocks/>
            <a:stCxn id="22" idx="7"/>
            <a:endCxn id="1031" idx="4"/>
          </p:cNvCxnSpPr>
          <p:nvPr/>
        </p:nvCxnSpPr>
        <p:spPr>
          <a:xfrm flipH="1" flipV="1">
            <a:off x="4639380" y="1528315"/>
            <a:ext cx="129217" cy="8747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F2089BC6-BF1E-5B55-4AF1-E9EBC96AC048}"/>
              </a:ext>
            </a:extLst>
          </p:cNvPr>
          <p:cNvCxnSpPr>
            <a:cxnSpLocks/>
            <a:stCxn id="21" idx="2"/>
          </p:cNvCxnSpPr>
          <p:nvPr/>
        </p:nvCxnSpPr>
        <p:spPr>
          <a:xfrm flipV="1">
            <a:off x="4831598" y="1488082"/>
            <a:ext cx="475779" cy="10766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6" name="Oval 1085">
            <a:extLst>
              <a:ext uri="{FF2B5EF4-FFF2-40B4-BE49-F238E27FC236}">
                <a16:creationId xmlns:a16="http://schemas.microsoft.com/office/drawing/2014/main" id="{751785AB-2D14-4AEE-838E-346E6E9C55EB}"/>
              </a:ext>
            </a:extLst>
          </p:cNvPr>
          <p:cNvSpPr/>
          <p:nvPr/>
        </p:nvSpPr>
        <p:spPr>
          <a:xfrm>
            <a:off x="10780108" y="4301842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C734D201-EEDF-CE5E-B4F8-E9D399F36B5E}"/>
              </a:ext>
            </a:extLst>
          </p:cNvPr>
          <p:cNvSpPr/>
          <p:nvPr/>
        </p:nvSpPr>
        <p:spPr>
          <a:xfrm>
            <a:off x="10225688" y="4301841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</a:p>
        </p:txBody>
      </p:sp>
      <p:cxnSp>
        <p:nvCxnSpPr>
          <p:cNvPr id="1088" name="Straight Connector 1087">
            <a:extLst>
              <a:ext uri="{FF2B5EF4-FFF2-40B4-BE49-F238E27FC236}">
                <a16:creationId xmlns:a16="http://schemas.microsoft.com/office/drawing/2014/main" id="{55BD8EA1-F6E7-C932-E21C-804C6E4682DF}"/>
              </a:ext>
            </a:extLst>
          </p:cNvPr>
          <p:cNvCxnSpPr>
            <a:cxnSpLocks/>
            <a:stCxn id="10" idx="7"/>
            <a:endCxn id="15" idx="5"/>
          </p:cNvCxnSpPr>
          <p:nvPr/>
        </p:nvCxnSpPr>
        <p:spPr>
          <a:xfrm flipH="1" flipV="1">
            <a:off x="6997034" y="4742106"/>
            <a:ext cx="1807196" cy="1205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1" name="Oval 1090">
            <a:extLst>
              <a:ext uri="{FF2B5EF4-FFF2-40B4-BE49-F238E27FC236}">
                <a16:creationId xmlns:a16="http://schemas.microsoft.com/office/drawing/2014/main" id="{332EB569-A348-6BA2-EDEC-9E0386EE6F71}"/>
              </a:ext>
            </a:extLst>
          </p:cNvPr>
          <p:cNvSpPr/>
          <p:nvPr/>
        </p:nvSpPr>
        <p:spPr>
          <a:xfrm>
            <a:off x="2400473" y="4478865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</a:t>
            </a:r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C0A93D63-777F-3BBC-8DD7-27A9468CC591}"/>
              </a:ext>
            </a:extLst>
          </p:cNvPr>
          <p:cNvSpPr/>
          <p:nvPr/>
        </p:nvSpPr>
        <p:spPr>
          <a:xfrm>
            <a:off x="1846053" y="4478864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</a:p>
        </p:txBody>
      </p:sp>
      <p:cxnSp>
        <p:nvCxnSpPr>
          <p:cNvPr id="1093" name="Straight Connector 1092">
            <a:extLst>
              <a:ext uri="{FF2B5EF4-FFF2-40B4-BE49-F238E27FC236}">
                <a16:creationId xmlns:a16="http://schemas.microsoft.com/office/drawing/2014/main" id="{C0B29F25-6611-D98F-B1EA-C4B6D0BA16A1}"/>
              </a:ext>
            </a:extLst>
          </p:cNvPr>
          <p:cNvCxnSpPr>
            <a:cxnSpLocks/>
            <a:stCxn id="1087" idx="7"/>
            <a:endCxn id="48" idx="5"/>
          </p:cNvCxnSpPr>
          <p:nvPr/>
        </p:nvCxnSpPr>
        <p:spPr>
          <a:xfrm flipH="1" flipV="1">
            <a:off x="9850622" y="2791840"/>
            <a:ext cx="866485" cy="1576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6" name="Straight Connector 1095">
            <a:extLst>
              <a:ext uri="{FF2B5EF4-FFF2-40B4-BE49-F238E27FC236}">
                <a16:creationId xmlns:a16="http://schemas.microsoft.com/office/drawing/2014/main" id="{F094F2E7-0D93-D613-064F-0A0FB6B2C857}"/>
              </a:ext>
            </a:extLst>
          </p:cNvPr>
          <p:cNvCxnSpPr>
            <a:cxnSpLocks/>
            <a:stCxn id="1091" idx="1"/>
            <a:endCxn id="52" idx="5"/>
          </p:cNvCxnSpPr>
          <p:nvPr/>
        </p:nvCxnSpPr>
        <p:spPr>
          <a:xfrm flipV="1">
            <a:off x="2484787" y="2740876"/>
            <a:ext cx="3723837" cy="1804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Oval 1099">
            <a:extLst>
              <a:ext uri="{FF2B5EF4-FFF2-40B4-BE49-F238E27FC236}">
                <a16:creationId xmlns:a16="http://schemas.microsoft.com/office/drawing/2014/main" id="{805601BB-229E-EA7E-9140-7FAB635B31E7}"/>
              </a:ext>
            </a:extLst>
          </p:cNvPr>
          <p:cNvSpPr/>
          <p:nvPr/>
        </p:nvSpPr>
        <p:spPr>
          <a:xfrm>
            <a:off x="10283864" y="2376193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17C79EB9-45DB-FE0C-DC40-1AC6110847F7}"/>
              </a:ext>
            </a:extLst>
          </p:cNvPr>
          <p:cNvSpPr/>
          <p:nvPr/>
        </p:nvSpPr>
        <p:spPr>
          <a:xfrm>
            <a:off x="11322128" y="2417748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</a:t>
            </a:r>
          </a:p>
        </p:txBody>
      </p:sp>
      <p:sp>
        <p:nvSpPr>
          <p:cNvPr id="1103" name="Oval 1102">
            <a:extLst>
              <a:ext uri="{FF2B5EF4-FFF2-40B4-BE49-F238E27FC236}">
                <a16:creationId xmlns:a16="http://schemas.microsoft.com/office/drawing/2014/main" id="{36BFC9D3-B1BF-9F53-1195-D222DC4426EF}"/>
              </a:ext>
            </a:extLst>
          </p:cNvPr>
          <p:cNvSpPr/>
          <p:nvPr/>
        </p:nvSpPr>
        <p:spPr>
          <a:xfrm>
            <a:off x="1096041" y="2469049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</a:p>
        </p:txBody>
      </p:sp>
      <p:sp>
        <p:nvSpPr>
          <p:cNvPr id="1104" name="Oval 1103">
            <a:extLst>
              <a:ext uri="{FF2B5EF4-FFF2-40B4-BE49-F238E27FC236}">
                <a16:creationId xmlns:a16="http://schemas.microsoft.com/office/drawing/2014/main" id="{B24EBEDD-6A38-10D6-10E8-37FD40A372F0}"/>
              </a:ext>
            </a:extLst>
          </p:cNvPr>
          <p:cNvSpPr/>
          <p:nvPr/>
        </p:nvSpPr>
        <p:spPr>
          <a:xfrm>
            <a:off x="1671774" y="2401594"/>
            <a:ext cx="575733" cy="45720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GS</a:t>
            </a:r>
          </a:p>
        </p:txBody>
      </p:sp>
      <p:cxnSp>
        <p:nvCxnSpPr>
          <p:cNvPr id="1106" name="Straight Connector 1105">
            <a:extLst>
              <a:ext uri="{FF2B5EF4-FFF2-40B4-BE49-F238E27FC236}">
                <a16:creationId xmlns:a16="http://schemas.microsoft.com/office/drawing/2014/main" id="{FE7B84C2-0944-C2FD-2747-99081791904C}"/>
              </a:ext>
            </a:extLst>
          </p:cNvPr>
          <p:cNvCxnSpPr>
            <a:cxnSpLocks/>
            <a:stCxn id="1087" idx="6"/>
            <a:endCxn id="1100" idx="4"/>
          </p:cNvCxnSpPr>
          <p:nvPr/>
        </p:nvCxnSpPr>
        <p:spPr>
          <a:xfrm flipH="1" flipV="1">
            <a:off x="10571731" y="2833394"/>
            <a:ext cx="229690" cy="16970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0" name="Straight Connector 1109">
            <a:extLst>
              <a:ext uri="{FF2B5EF4-FFF2-40B4-BE49-F238E27FC236}">
                <a16:creationId xmlns:a16="http://schemas.microsoft.com/office/drawing/2014/main" id="{E1CE5422-3376-83AF-1392-CAF3C0AD78A6}"/>
              </a:ext>
            </a:extLst>
          </p:cNvPr>
          <p:cNvCxnSpPr>
            <a:cxnSpLocks/>
            <a:stCxn id="1087" idx="7"/>
            <a:endCxn id="1102" idx="4"/>
          </p:cNvCxnSpPr>
          <p:nvPr/>
        </p:nvCxnSpPr>
        <p:spPr>
          <a:xfrm flipV="1">
            <a:off x="10717107" y="2874949"/>
            <a:ext cx="892888" cy="1493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3" name="Straight Connector 1112">
            <a:extLst>
              <a:ext uri="{FF2B5EF4-FFF2-40B4-BE49-F238E27FC236}">
                <a16:creationId xmlns:a16="http://schemas.microsoft.com/office/drawing/2014/main" id="{7721EE80-451E-7060-AE17-1C5C9AD74982}"/>
              </a:ext>
            </a:extLst>
          </p:cNvPr>
          <p:cNvCxnSpPr>
            <a:cxnSpLocks/>
            <a:stCxn id="1092" idx="7"/>
            <a:endCxn id="1104" idx="4"/>
          </p:cNvCxnSpPr>
          <p:nvPr/>
        </p:nvCxnSpPr>
        <p:spPr>
          <a:xfrm flipH="1" flipV="1">
            <a:off x="1959641" y="2858795"/>
            <a:ext cx="377831" cy="1687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3B93AEA-326F-9C24-0D87-6A3D2328F3E5}"/>
              </a:ext>
            </a:extLst>
          </p:cNvPr>
          <p:cNvSpPr/>
          <p:nvPr/>
        </p:nvSpPr>
        <p:spPr>
          <a:xfrm>
            <a:off x="0" y="5708638"/>
            <a:ext cx="12192000" cy="10086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Grandparents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83ACDB-FCF3-6733-2D87-BA956E574A8A}"/>
              </a:ext>
            </a:extLst>
          </p:cNvPr>
          <p:cNvSpPr/>
          <p:nvPr/>
        </p:nvSpPr>
        <p:spPr>
          <a:xfrm>
            <a:off x="-1" y="4190490"/>
            <a:ext cx="12192001" cy="10086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Parents/</a:t>
            </a:r>
          </a:p>
          <a:p>
            <a:r>
              <a:rPr lang="en-US" dirty="0">
                <a:solidFill>
                  <a:schemeClr val="tx1"/>
                </a:solidFill>
              </a:rPr>
              <a:t>aunts/</a:t>
            </a:r>
          </a:p>
          <a:p>
            <a:r>
              <a:rPr lang="en-US" dirty="0">
                <a:solidFill>
                  <a:schemeClr val="tx1"/>
                </a:solidFill>
              </a:rPr>
              <a:t>uncles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1E2168-4F29-9AEA-17B6-932FC46041A6}"/>
              </a:ext>
            </a:extLst>
          </p:cNvPr>
          <p:cNvSpPr/>
          <p:nvPr/>
        </p:nvSpPr>
        <p:spPr>
          <a:xfrm>
            <a:off x="-5259" y="2119949"/>
            <a:ext cx="12192001" cy="10086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Siblings/</a:t>
            </a:r>
          </a:p>
          <a:p>
            <a:r>
              <a:rPr lang="en-US" dirty="0">
                <a:solidFill>
                  <a:schemeClr val="tx1"/>
                </a:solidFill>
              </a:rPr>
              <a:t>cousins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8170DB-94BF-C634-E5F8-14A6B3B82378}"/>
              </a:ext>
            </a:extLst>
          </p:cNvPr>
          <p:cNvSpPr/>
          <p:nvPr/>
        </p:nvSpPr>
        <p:spPr>
          <a:xfrm>
            <a:off x="5247" y="790385"/>
            <a:ext cx="12192001" cy="100860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Kids/</a:t>
            </a:r>
          </a:p>
          <a:p>
            <a:r>
              <a:rPr lang="en-US" dirty="0">
                <a:solidFill>
                  <a:schemeClr val="tx1"/>
                </a:solidFill>
              </a:rPr>
              <a:t>nieces/</a:t>
            </a:r>
          </a:p>
          <a:p>
            <a:r>
              <a:rPr lang="en-US" dirty="0">
                <a:solidFill>
                  <a:schemeClr val="tx1"/>
                </a:solidFill>
              </a:rPr>
              <a:t>nephews</a:t>
            </a:r>
          </a:p>
        </p:txBody>
      </p:sp>
      <p:sp>
        <p:nvSpPr>
          <p:cNvPr id="6" name="Star: 10 Points 5">
            <a:extLst>
              <a:ext uri="{FF2B5EF4-FFF2-40B4-BE49-F238E27FC236}">
                <a16:creationId xmlns:a16="http://schemas.microsoft.com/office/drawing/2014/main" id="{E51DD6BA-3D41-A23E-8D44-856C16368F1A}"/>
              </a:ext>
            </a:extLst>
          </p:cNvPr>
          <p:cNvSpPr/>
          <p:nvPr/>
        </p:nvSpPr>
        <p:spPr>
          <a:xfrm>
            <a:off x="8592491" y="3299493"/>
            <a:ext cx="676125" cy="67289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Me</a:t>
            </a:r>
          </a:p>
        </p:txBody>
      </p:sp>
      <p:sp>
        <p:nvSpPr>
          <p:cNvPr id="7" name="Star: 10 Points 6">
            <a:extLst>
              <a:ext uri="{FF2B5EF4-FFF2-40B4-BE49-F238E27FC236}">
                <a16:creationId xmlns:a16="http://schemas.microsoft.com/office/drawing/2014/main" id="{E14029CE-C87E-C2CE-84F0-7AB260166F3C}"/>
              </a:ext>
            </a:extLst>
          </p:cNvPr>
          <p:cNvSpPr/>
          <p:nvPr/>
        </p:nvSpPr>
        <p:spPr>
          <a:xfrm>
            <a:off x="9360696" y="3293826"/>
            <a:ext cx="574239" cy="626904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My wife</a:t>
            </a:r>
          </a:p>
        </p:txBody>
      </p:sp>
      <p:sp>
        <p:nvSpPr>
          <p:cNvPr id="8" name="Star: 10 Points 7">
            <a:extLst>
              <a:ext uri="{FF2B5EF4-FFF2-40B4-BE49-F238E27FC236}">
                <a16:creationId xmlns:a16="http://schemas.microsoft.com/office/drawing/2014/main" id="{63C5D61D-8E03-184E-6EA6-9B8FA69B855D}"/>
              </a:ext>
            </a:extLst>
          </p:cNvPr>
          <p:cNvSpPr/>
          <p:nvPr/>
        </p:nvSpPr>
        <p:spPr>
          <a:xfrm>
            <a:off x="8564474" y="0"/>
            <a:ext cx="676125" cy="67289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Adopted sin</a:t>
            </a:r>
          </a:p>
        </p:txBody>
      </p:sp>
      <p:sp>
        <p:nvSpPr>
          <p:cNvPr id="19" name="Star: 10 Points 18">
            <a:extLst>
              <a:ext uri="{FF2B5EF4-FFF2-40B4-BE49-F238E27FC236}">
                <a16:creationId xmlns:a16="http://schemas.microsoft.com/office/drawing/2014/main" id="{80BD47CC-DB29-EA5B-57FE-B53F96557528}"/>
              </a:ext>
            </a:extLst>
          </p:cNvPr>
          <p:cNvSpPr/>
          <p:nvPr/>
        </p:nvSpPr>
        <p:spPr>
          <a:xfrm>
            <a:off x="7725037" y="0"/>
            <a:ext cx="676125" cy="672890"/>
          </a:xfrm>
          <a:prstGeom prst="star10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Biological dad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A0ECB0-3F0B-3FD7-3C5A-AAB91479389C}"/>
              </a:ext>
            </a:extLst>
          </p:cNvPr>
          <p:cNvCxnSpPr>
            <a:cxnSpLocks/>
            <a:stCxn id="19" idx="3"/>
            <a:endCxn id="51" idx="0"/>
          </p:cNvCxnSpPr>
          <p:nvPr/>
        </p:nvCxnSpPr>
        <p:spPr>
          <a:xfrm>
            <a:off x="8063100" y="672890"/>
            <a:ext cx="22340" cy="1659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C7F9918-5365-373C-5634-1230766805F1}"/>
              </a:ext>
            </a:extLst>
          </p:cNvPr>
          <p:cNvCxnSpPr>
            <a:cxnSpLocks/>
            <a:stCxn id="8" idx="3"/>
            <a:endCxn id="1035" idx="0"/>
          </p:cNvCxnSpPr>
          <p:nvPr/>
        </p:nvCxnSpPr>
        <p:spPr>
          <a:xfrm flipH="1">
            <a:off x="8796045" y="672890"/>
            <a:ext cx="106492" cy="3460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59BA535-A252-9924-A5C3-48FAB7B018DC}"/>
              </a:ext>
            </a:extLst>
          </p:cNvPr>
          <p:cNvCxnSpPr>
            <a:cxnSpLocks/>
            <a:stCxn id="6" idx="8"/>
            <a:endCxn id="49" idx="4"/>
          </p:cNvCxnSpPr>
          <p:nvPr/>
        </p:nvCxnSpPr>
        <p:spPr>
          <a:xfrm flipV="1">
            <a:off x="8930554" y="2858795"/>
            <a:ext cx="162096" cy="440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A3058DB-9839-55D7-863C-47862E330D5A}"/>
              </a:ext>
            </a:extLst>
          </p:cNvPr>
          <p:cNvCxnSpPr>
            <a:cxnSpLocks/>
            <a:stCxn id="7" idx="8"/>
            <a:endCxn id="48" idx="4"/>
          </p:cNvCxnSpPr>
          <p:nvPr/>
        </p:nvCxnSpPr>
        <p:spPr>
          <a:xfrm flipH="1" flipV="1">
            <a:off x="9647070" y="2858796"/>
            <a:ext cx="746" cy="43503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85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75F4E3-F171-31CC-F77A-D42F01B25D95}"/>
              </a:ext>
            </a:extLst>
          </p:cNvPr>
          <p:cNvSpPr/>
          <p:nvPr/>
        </p:nvSpPr>
        <p:spPr>
          <a:xfrm>
            <a:off x="1978263" y="2904236"/>
            <a:ext cx="3220461" cy="1503377"/>
          </a:xfrm>
          <a:prstGeom prst="roundRect">
            <a:avLst>
              <a:gd name="adj" fmla="val 5886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C7E72C-1DDF-680D-1E08-7CC296B262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3" t="14335" r="53071" b="62399"/>
          <a:stretch>
            <a:fillRect/>
          </a:stretch>
        </p:blipFill>
        <p:spPr>
          <a:xfrm>
            <a:off x="3226086" y="72521"/>
            <a:ext cx="2971580" cy="8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89730E-BA95-642A-607F-F33E4E86FD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3" t="38533" r="57124" b="58041"/>
          <a:stretch>
            <a:fillRect/>
          </a:stretch>
        </p:blipFill>
        <p:spPr>
          <a:xfrm>
            <a:off x="3226083" y="966372"/>
            <a:ext cx="2971582" cy="391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AF7FC4-136D-3F4C-D6C3-0CE372251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6" t="41268" r="67824" b="52420"/>
          <a:stretch>
            <a:fillRect/>
          </a:stretch>
        </p:blipFill>
        <p:spPr>
          <a:xfrm>
            <a:off x="3226085" y="1264322"/>
            <a:ext cx="2971582" cy="616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BDE796-E589-D311-D108-14E98E49D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40" y="72521"/>
            <a:ext cx="2975106" cy="1810669"/>
          </a:xfrm>
          <a:prstGeom prst="rect">
            <a:avLst/>
          </a:prstGeom>
        </p:spPr>
      </p:pic>
      <p:pic>
        <p:nvPicPr>
          <p:cNvPr id="15" name="Picture 14" descr="Current&#10;&#10;AI-generated content may be incorrect.">
            <a:extLst>
              <a:ext uri="{FF2B5EF4-FFF2-40B4-BE49-F238E27FC236}">
                <a16:creationId xmlns:a16="http://schemas.microsoft.com/office/drawing/2014/main" id="{45035F4C-77E0-5419-FF6E-3D210AE6B2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1" t="9466" r="52085" b="75994"/>
          <a:stretch>
            <a:fillRect/>
          </a:stretch>
        </p:blipFill>
        <p:spPr>
          <a:xfrm>
            <a:off x="1998811" y="2924784"/>
            <a:ext cx="2632367" cy="669050"/>
          </a:xfrm>
          <a:prstGeom prst="rect">
            <a:avLst/>
          </a:prstGeom>
        </p:spPr>
      </p:pic>
      <p:pic>
        <p:nvPicPr>
          <p:cNvPr id="16" name="Picture 15" descr="Current&#10;&#10;AI-generated content may be incorrect.">
            <a:extLst>
              <a:ext uri="{FF2B5EF4-FFF2-40B4-BE49-F238E27FC236}">
                <a16:creationId xmlns:a16="http://schemas.microsoft.com/office/drawing/2014/main" id="{916C5FA3-789E-1902-D2CD-542BC5E344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1" t="23839" r="52085" b="62430"/>
          <a:stretch>
            <a:fillRect/>
          </a:stretch>
        </p:blipFill>
        <p:spPr>
          <a:xfrm>
            <a:off x="1998811" y="3583561"/>
            <a:ext cx="3133617" cy="7521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14ACF7-BCB4-5620-47F0-E52002AAE9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235"/>
          <a:stretch>
            <a:fillRect/>
          </a:stretch>
        </p:blipFill>
        <p:spPr>
          <a:xfrm>
            <a:off x="4477371" y="2666934"/>
            <a:ext cx="2582203" cy="15241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AFF0B8-6E60-807F-90FB-E179CE6CDA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235"/>
          <a:stretch>
            <a:fillRect/>
          </a:stretch>
        </p:blipFill>
        <p:spPr>
          <a:xfrm>
            <a:off x="4629771" y="2819334"/>
            <a:ext cx="2582203" cy="152413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BBEF81-94DE-C279-3B3A-873C174F2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992" y="1394555"/>
            <a:ext cx="1618678" cy="958227"/>
          </a:xfrm>
          <a:prstGeom prst="rect">
            <a:avLst/>
          </a:prstGeom>
        </p:spPr>
      </p:pic>
      <p:pic>
        <p:nvPicPr>
          <p:cNvPr id="13" name="Picture 12" descr="Current&#10;&#10;AI-generated content may be incorrect.">
            <a:extLst>
              <a:ext uri="{FF2B5EF4-FFF2-40B4-BE49-F238E27FC236}">
                <a16:creationId xmlns:a16="http://schemas.microsoft.com/office/drawing/2014/main" id="{E4303F9A-6EC6-13C6-A06D-D5AA9FAE9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59" y="2145766"/>
            <a:ext cx="5842004" cy="463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66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56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 Bakshi</dc:creator>
  <cp:lastModifiedBy>Vikas Bakshi</cp:lastModifiedBy>
  <cp:revision>5</cp:revision>
  <dcterms:created xsi:type="dcterms:W3CDTF">2026-03-20T01:53:59Z</dcterms:created>
  <dcterms:modified xsi:type="dcterms:W3CDTF">2026-03-22T21:42:47Z</dcterms:modified>
</cp:coreProperties>
</file>